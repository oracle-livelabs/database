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2" r:id="rId2"/>
    <p:sldId id="273" r:id="rId3"/>
    <p:sldId id="256" r:id="rId4"/>
    <p:sldId id="266" r:id="rId5"/>
    <p:sldId id="267" r:id="rId6"/>
    <p:sldId id="268" r:id="rId7"/>
    <p:sldId id="269" r:id="rId8"/>
    <p:sldId id="261" r:id="rId9"/>
    <p:sldId id="262" r:id="rId10"/>
    <p:sldId id="270" r:id="rId11"/>
    <p:sldId id="271" r:id="rId12"/>
    <p:sldId id="264" r:id="rId13"/>
    <p:sldId id="265" r:id="rId14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/>
    <p:restoredTop sz="96591"/>
  </p:normalViewPr>
  <p:slideViewPr>
    <p:cSldViewPr snapToGrid="0">
      <p:cViewPr varScale="1">
        <p:scale>
          <a:sx n="123" d="100"/>
          <a:sy n="123" d="100"/>
        </p:scale>
        <p:origin x="10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559D0-A7D3-7263-04E5-DBF108DC0A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43C27E-8FE9-A9DC-C199-47DBD8541B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2EFC9-348B-15F9-AE37-6BBAD73AE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71A58-70AE-9C45-8B71-AD8B3BA78DA7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85BEB-A78D-B4E6-257D-ED303D0F9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D86AF-9BE5-E9AA-EE24-E5F43DB1D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89C55-4526-4343-AE58-BE17668D5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61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CE276-444E-7C0B-C438-69D4B392B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12998-3EF3-FEAB-DF85-8E26F8CDA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CA310-AE90-9C65-8839-205844975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71A58-70AE-9C45-8B71-AD8B3BA78DA7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1FF9E-DB2C-9729-99BF-48C1378BA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80CD4-C6A5-E185-C53C-FCF7F5857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89C55-4526-4343-AE58-BE17668D5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501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A1DC0-B7BC-59D1-47D3-B9053BC58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D6CAEA-99FE-0FF8-6187-9862A8B7E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76133-ABD6-8B33-927A-1019D9D18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71A58-70AE-9C45-8B71-AD8B3BA78DA7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C325A-03CF-440C-198B-019574D86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BBEDC-4072-316D-ED04-F901CDDCD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89C55-4526-4343-AE58-BE17668D5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048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329C7-AA7D-0766-9B01-04283A2FA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67FB7-717E-11A3-FC21-0EC87F0DF7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415B21-C2D7-3FB6-7B99-CF671AFA6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9EA6E-BB31-63E4-7EC3-53B818923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71A58-70AE-9C45-8B71-AD8B3BA78DA7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19C63E-259C-51C6-2EFB-DAE428CDC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BB21C-F480-5349-E10B-B540D598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89C55-4526-4343-AE58-BE17668D5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62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D6E0C-1737-DD6A-0945-D86BFEC04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2EAD2-803E-C1E8-0F8A-C8AFAB193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31EA5C-B6AB-4E10-C2A2-6512ED948C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823871-A3C1-EFE0-F684-50F1C2739E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50255C-6DA2-1ACE-FC7D-E3C4407F02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55CD16-94D5-F83C-D83A-89D45279E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71A58-70AE-9C45-8B71-AD8B3BA78DA7}" type="datetimeFigureOut">
              <a:rPr lang="en-US" smtClean="0"/>
              <a:t>9/16/26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DDBA35-F95D-96D7-C66E-67F0EC48A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CB2FC-329A-B7FD-8A3F-2334E9B30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89C55-4526-4343-AE58-BE17668D5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05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DEBBB-52E9-E4E1-7B0E-6FE3AD20E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11787F-29F9-8DC5-B681-B7BCE71BC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71A58-70AE-9C45-8B71-AD8B3BA78DA7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C8C7DD-7E82-68A4-CB16-1799B23F6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592DF5-A624-6298-5565-B00379226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89C55-4526-4343-AE58-BE17668D5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949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A247D5-6B94-50FD-A240-A1D1D50F5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71A58-70AE-9C45-8B71-AD8B3BA78DA7}" type="datetimeFigureOut">
              <a:rPr lang="en-US" smtClean="0"/>
              <a:t>9/16/26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DEB7FE-6062-83E4-66F5-19CE44EFE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96853-E7AA-637F-233E-EF5358FAA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89C55-4526-4343-AE58-BE17668D5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224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ACC8D-6692-1D40-6092-C250E8353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E10EE-AA79-9251-9241-73E18DCA6D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139D1-38A1-49F3-5005-11FEBC3ACC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9A20F1-A648-721D-52B4-F285B7A84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71A58-70AE-9C45-8B71-AD8B3BA78DA7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CBE610-49C6-167E-EEBF-D16739B3D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F79149-C05F-60C7-91B0-2CC690458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89C55-4526-4343-AE58-BE17668D5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732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9162D-71C8-9CB9-1017-965EFE877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E9F6E6-F693-E248-4CA2-BE41087C51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79319C-AD66-D7A9-01B9-F4EE5EEA47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A54B0-1421-DB22-C04D-9B107E8F7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71A58-70AE-9C45-8B71-AD8B3BA78DA7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78F0A4-17F1-AFEC-38AF-38EBAD6C5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0D08C-A6FF-0CE3-9F69-E73BDE1AD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89C55-4526-4343-AE58-BE17668D5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059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DFD45-1C4C-7162-D9D1-EF688F492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F50F1D-E588-446C-67A3-10C68362A1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83D8B-7212-D95D-A0A0-5EB20635F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71A58-70AE-9C45-8B71-AD8B3BA78DA7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50CDB-1AE6-6973-D8E4-E8801C85C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D9ABE-7672-15D0-0C5A-80F1A56B4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89C55-4526-4343-AE58-BE17668D5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180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94A121-680B-0767-58F4-0C31244673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86936A-27DF-81FD-9CBE-18FB18C020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45560-2551-126D-AC08-EA31FFF4A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71A58-70AE-9C45-8B71-AD8B3BA78DA7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3A491-CB06-C904-C72F-7F91A3928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67E2F-77BE-9A85-6216-E281A8ABC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89C55-4526-4343-AE58-BE17668D5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431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EF6845-895B-4FF5-77B6-24EBD7B2C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19627E-F3F9-604A-DA4F-F9E7CBEE8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E9556-1B5D-6E3C-9A72-BE35B1BBB4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771A58-70AE-9C45-8B71-AD8B3BA78DA7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569B5-019E-552C-6FBF-2DD757698E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83079-FCFF-2E46-BE84-9EF810CC89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589C55-4526-4343-AE58-BE17668D5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890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6590C0-87A6-56B4-BD3A-5E368FADE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27" y="1461052"/>
            <a:ext cx="11023333" cy="3677478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C15B608-89D6-DFDF-939D-1E77FDF3AEDE}"/>
              </a:ext>
            </a:extLst>
          </p:cNvPr>
          <p:cNvSpPr/>
          <p:nvPr/>
        </p:nvSpPr>
        <p:spPr>
          <a:xfrm>
            <a:off x="7857040" y="4239376"/>
            <a:ext cx="3076003" cy="733008"/>
          </a:xfrm>
          <a:prstGeom prst="roundRect">
            <a:avLst/>
          </a:prstGeom>
          <a:noFill/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792365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6486A00-5381-19B0-8A58-6F5283106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64" y="740229"/>
            <a:ext cx="11517664" cy="5312228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B718909-0DFB-E0C3-FC0E-309CF4432286}"/>
              </a:ext>
            </a:extLst>
          </p:cNvPr>
          <p:cNvSpPr/>
          <p:nvPr/>
        </p:nvSpPr>
        <p:spPr>
          <a:xfrm>
            <a:off x="2656114" y="4191000"/>
            <a:ext cx="6128657" cy="304800"/>
          </a:xfrm>
          <a:prstGeom prst="roundRect">
            <a:avLst/>
          </a:prstGeom>
          <a:noFill/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396898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78F7FE-59A8-4375-C95D-C7F31672A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629" y="460819"/>
            <a:ext cx="7772400" cy="28884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E40EDA-A6DD-C2BB-4CA4-5796548FD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629" y="3390940"/>
            <a:ext cx="7772400" cy="181180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142FB1-E4D3-B5D2-C3E3-EA479A6157FE}"/>
              </a:ext>
            </a:extLst>
          </p:cNvPr>
          <p:cNvCxnSpPr>
            <a:cxnSpLocks/>
          </p:cNvCxnSpPr>
          <p:nvPr/>
        </p:nvCxnSpPr>
        <p:spPr>
          <a:xfrm>
            <a:off x="479685" y="3356751"/>
            <a:ext cx="771034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0785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E8B6E60-F955-9B0A-B7B1-C8A7DD785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55793"/>
            <a:ext cx="7772400" cy="5546414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9927EF0-0942-DF60-FD3C-C827B85392AD}"/>
              </a:ext>
            </a:extLst>
          </p:cNvPr>
          <p:cNvSpPr/>
          <p:nvPr/>
        </p:nvSpPr>
        <p:spPr>
          <a:xfrm>
            <a:off x="2900076" y="4504024"/>
            <a:ext cx="509666" cy="22485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BEC76F2-F97C-B169-A830-78762C9943A3}"/>
              </a:ext>
            </a:extLst>
          </p:cNvPr>
          <p:cNvSpPr/>
          <p:nvPr/>
        </p:nvSpPr>
        <p:spPr>
          <a:xfrm>
            <a:off x="6771702" y="4516724"/>
            <a:ext cx="687050" cy="22485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97C2DF8-63D3-EC9C-E16E-53E7BADDDD59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409742" y="4616450"/>
            <a:ext cx="3361960" cy="127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FCBD31B-B68B-052A-7FE5-14C82EE3E5E2}"/>
              </a:ext>
            </a:extLst>
          </p:cNvPr>
          <p:cNvSpPr/>
          <p:nvPr/>
        </p:nvSpPr>
        <p:spPr>
          <a:xfrm>
            <a:off x="2241549" y="5725409"/>
            <a:ext cx="1155493" cy="48097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F351E4E-1AF8-2172-7C70-6C586535D3A7}"/>
              </a:ext>
            </a:extLst>
          </p:cNvPr>
          <p:cNvSpPr/>
          <p:nvPr/>
        </p:nvSpPr>
        <p:spPr>
          <a:xfrm>
            <a:off x="6121919" y="5724055"/>
            <a:ext cx="1155493" cy="48097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D7F5154-3C29-7F87-6DF3-AA77189066A5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3397042" y="5964544"/>
            <a:ext cx="2724877" cy="13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755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6EEED1-6FAA-4C32-9C20-0A8494A02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208368"/>
            <a:ext cx="7772400" cy="2441264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FCBD31B-B68B-052A-7FE5-14C82EE3E5E2}"/>
              </a:ext>
            </a:extLst>
          </p:cNvPr>
          <p:cNvSpPr/>
          <p:nvPr/>
        </p:nvSpPr>
        <p:spPr>
          <a:xfrm>
            <a:off x="3320217" y="2467536"/>
            <a:ext cx="483433" cy="101226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E4DA4EC-7D08-3301-5037-968671FAE087}"/>
              </a:ext>
            </a:extLst>
          </p:cNvPr>
          <p:cNvSpPr/>
          <p:nvPr/>
        </p:nvSpPr>
        <p:spPr>
          <a:xfrm>
            <a:off x="5643485" y="2467536"/>
            <a:ext cx="389745" cy="101226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1E4D71D-476B-2FAF-B73E-9576D2439029}"/>
              </a:ext>
            </a:extLst>
          </p:cNvPr>
          <p:cNvSpPr/>
          <p:nvPr/>
        </p:nvSpPr>
        <p:spPr>
          <a:xfrm>
            <a:off x="7203293" y="2467536"/>
            <a:ext cx="483433" cy="101226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1E7C093-5D65-B7A3-314D-B7CF32662B7D}"/>
              </a:ext>
            </a:extLst>
          </p:cNvPr>
          <p:cNvSpPr/>
          <p:nvPr/>
        </p:nvSpPr>
        <p:spPr>
          <a:xfrm>
            <a:off x="9526561" y="2467536"/>
            <a:ext cx="389745" cy="101226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81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713390-A892-CA5F-D70E-729753A5A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949415"/>
            <a:ext cx="7772400" cy="4959170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EA7A6D7-045A-7AD9-4076-4DFD714052A6}"/>
              </a:ext>
            </a:extLst>
          </p:cNvPr>
          <p:cNvSpPr/>
          <p:nvPr/>
        </p:nvSpPr>
        <p:spPr>
          <a:xfrm>
            <a:off x="2264883" y="2194293"/>
            <a:ext cx="5348767" cy="447307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BA4397A-0832-0855-E20D-0131C81CBFF2}"/>
              </a:ext>
            </a:extLst>
          </p:cNvPr>
          <p:cNvSpPr/>
          <p:nvPr/>
        </p:nvSpPr>
        <p:spPr>
          <a:xfrm>
            <a:off x="2264883" y="5005426"/>
            <a:ext cx="3920017" cy="252374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082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E49111-C9B9-FAFB-22DD-3C6B21ABD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210809"/>
            <a:ext cx="7772400" cy="2436381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BA4397A-0832-0855-E20D-0131C81CBFF2}"/>
              </a:ext>
            </a:extLst>
          </p:cNvPr>
          <p:cNvSpPr/>
          <p:nvPr/>
        </p:nvSpPr>
        <p:spPr>
          <a:xfrm>
            <a:off x="2292350" y="2965450"/>
            <a:ext cx="5670550" cy="2413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80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1E8E6F-8869-55EF-522B-8A61B400E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505236"/>
            <a:ext cx="7772400" cy="5847528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EB7019C-2C72-9B1A-130F-52A2397FF414}"/>
              </a:ext>
            </a:extLst>
          </p:cNvPr>
          <p:cNvSpPr/>
          <p:nvPr/>
        </p:nvSpPr>
        <p:spPr>
          <a:xfrm>
            <a:off x="2814804" y="4059524"/>
            <a:ext cx="414683" cy="18590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99AA29C-E5A8-BEDD-BE97-CCF588F3B35E}"/>
              </a:ext>
            </a:extLst>
          </p:cNvPr>
          <p:cNvSpPr/>
          <p:nvPr/>
        </p:nvSpPr>
        <p:spPr>
          <a:xfrm>
            <a:off x="6696410" y="4059524"/>
            <a:ext cx="414683" cy="18590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6560149-845F-B609-FF59-712EDEF15876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3229487" y="4152476"/>
            <a:ext cx="346692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E481448-6B52-DC24-3640-C24890ED1A35}"/>
              </a:ext>
            </a:extLst>
          </p:cNvPr>
          <p:cNvSpPr/>
          <p:nvPr/>
        </p:nvSpPr>
        <p:spPr>
          <a:xfrm>
            <a:off x="2849338" y="5135350"/>
            <a:ext cx="414683" cy="40819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DC48DBE-CD27-5ABD-B063-EADB8AE9A7B0}"/>
              </a:ext>
            </a:extLst>
          </p:cNvPr>
          <p:cNvSpPr/>
          <p:nvPr/>
        </p:nvSpPr>
        <p:spPr>
          <a:xfrm>
            <a:off x="6720902" y="5135350"/>
            <a:ext cx="414683" cy="40819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94F3F09-2558-6BD9-ECDC-612D445CB4E7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3264021" y="5339446"/>
            <a:ext cx="345688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31B1C7A-C555-0F6F-6B51-48F8C55A6E3F}"/>
              </a:ext>
            </a:extLst>
          </p:cNvPr>
          <p:cNvSpPr/>
          <p:nvPr/>
        </p:nvSpPr>
        <p:spPr>
          <a:xfrm>
            <a:off x="6887421" y="5695964"/>
            <a:ext cx="697200" cy="59053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081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F80067B-6698-07C1-CA07-9AF659493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66350"/>
            <a:ext cx="7772400" cy="5925300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EB7019C-2C72-9B1A-130F-52A2397FF414}"/>
              </a:ext>
            </a:extLst>
          </p:cNvPr>
          <p:cNvSpPr/>
          <p:nvPr/>
        </p:nvSpPr>
        <p:spPr>
          <a:xfrm>
            <a:off x="2841686" y="4036568"/>
            <a:ext cx="572878" cy="18590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99AA29C-E5A8-BEDD-BE97-CCF588F3B35E}"/>
              </a:ext>
            </a:extLst>
          </p:cNvPr>
          <p:cNvSpPr/>
          <p:nvPr/>
        </p:nvSpPr>
        <p:spPr>
          <a:xfrm>
            <a:off x="6711714" y="4036568"/>
            <a:ext cx="572878" cy="18590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6560149-845F-B609-FF59-712EDEF15876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3414564" y="4129520"/>
            <a:ext cx="329715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E481448-6B52-DC24-3640-C24890ED1A35}"/>
              </a:ext>
            </a:extLst>
          </p:cNvPr>
          <p:cNvSpPr/>
          <p:nvPr/>
        </p:nvSpPr>
        <p:spPr>
          <a:xfrm>
            <a:off x="2872294" y="5112394"/>
            <a:ext cx="414683" cy="40819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DC48DBE-CD27-5ABD-B063-EADB8AE9A7B0}"/>
              </a:ext>
            </a:extLst>
          </p:cNvPr>
          <p:cNvSpPr/>
          <p:nvPr/>
        </p:nvSpPr>
        <p:spPr>
          <a:xfrm>
            <a:off x="6713250" y="5112394"/>
            <a:ext cx="414683" cy="40819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94F3F09-2558-6BD9-ECDC-612D445CB4E7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3286977" y="5316490"/>
            <a:ext cx="342627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8311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A5B42ED-CF94-E08F-F17A-32E2E9E79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2549" y="0"/>
            <a:ext cx="6086901" cy="6858000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EB7019C-2C72-9B1A-130F-52A2397FF414}"/>
              </a:ext>
            </a:extLst>
          </p:cNvPr>
          <p:cNvSpPr/>
          <p:nvPr/>
        </p:nvSpPr>
        <p:spPr>
          <a:xfrm>
            <a:off x="3052549" y="6266325"/>
            <a:ext cx="1862351" cy="20069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790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B59F33-EB6D-1640-00F2-4FB331D59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350" y="2663004"/>
            <a:ext cx="7772400" cy="2390838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EB7019C-2C72-9B1A-130F-52A2397FF414}"/>
              </a:ext>
            </a:extLst>
          </p:cNvPr>
          <p:cNvSpPr/>
          <p:nvPr/>
        </p:nvSpPr>
        <p:spPr>
          <a:xfrm>
            <a:off x="2965451" y="3954925"/>
            <a:ext cx="5689600" cy="20069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394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C5C01B-294C-6FBF-3068-2907D8FBA3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016558"/>
              </p:ext>
            </p:extLst>
          </p:nvPr>
        </p:nvGraphicFramePr>
        <p:xfrm>
          <a:off x="1361661" y="344716"/>
          <a:ext cx="9705838" cy="57394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4357">
                  <a:extLst>
                    <a:ext uri="{9D8B030D-6E8A-4147-A177-3AD203B41FA5}">
                      <a16:colId xmlns:a16="http://schemas.microsoft.com/office/drawing/2014/main" val="1632606097"/>
                    </a:ext>
                  </a:extLst>
                </a:gridCol>
                <a:gridCol w="2127319">
                  <a:extLst>
                    <a:ext uri="{9D8B030D-6E8A-4147-A177-3AD203B41FA5}">
                      <a16:colId xmlns:a16="http://schemas.microsoft.com/office/drawing/2014/main" val="4031467350"/>
                    </a:ext>
                  </a:extLst>
                </a:gridCol>
                <a:gridCol w="3361013">
                  <a:extLst>
                    <a:ext uri="{9D8B030D-6E8A-4147-A177-3AD203B41FA5}">
                      <a16:colId xmlns:a16="http://schemas.microsoft.com/office/drawing/2014/main" val="11844217"/>
                    </a:ext>
                  </a:extLst>
                </a:gridCol>
                <a:gridCol w="1663149">
                  <a:extLst>
                    <a:ext uri="{9D8B030D-6E8A-4147-A177-3AD203B41FA5}">
                      <a16:colId xmlns:a16="http://schemas.microsoft.com/office/drawing/2014/main" val="4191768163"/>
                    </a:ext>
                  </a:extLst>
                </a:gridCol>
              </a:tblGrid>
              <a:tr h="369296">
                <a:tc>
                  <a:txBody>
                    <a:bodyPr/>
                    <a:lstStyle/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chemeClr val="tx1"/>
                          </a:solidFill>
                          <a:latin typeface="Oracle Sans Semi Bold" panose="020B0503020204020204" pitchFamily="34" charset="0"/>
                          <a:cs typeface="Oracle Sans Semi Bold" panose="020B0503020204020204" pitchFamily="34" charset="0"/>
                        </a:rPr>
                        <a:t>Database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chemeClr val="tx1"/>
                          </a:solidFill>
                          <a:latin typeface="Oracle Sans Semi Bold" panose="020B0503020204020204" pitchFamily="34" charset="0"/>
                          <a:cs typeface="Oracle Sans Semi Bold" panose="020B0503020204020204" pitchFamily="34" charset="0"/>
                        </a:rPr>
                        <a:t>PDBs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chemeClr val="tx1"/>
                          </a:solidFill>
                          <a:latin typeface="Oracle Sans Semi Bold" panose="020B0503020204020204" pitchFamily="34" charset="0"/>
                          <a:cs typeface="Oracle Sans Semi Bold" panose="020B0503020204020204" pitchFamily="34" charset="0"/>
                        </a:rPr>
                        <a:t>Set environment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150570"/>
                  </a:ext>
                </a:extLst>
              </a:tr>
              <a:tr h="2053235">
                <a:tc>
                  <a:txBody>
                    <a:bodyPr/>
                    <a:lstStyle/>
                    <a:p>
                      <a:r>
                        <a:rPr lang="en-US" sz="1600" b="1" i="0" dirty="0">
                          <a:solidFill>
                            <a:schemeClr val="tx1"/>
                          </a:solidFill>
                          <a:latin typeface="Oracle Sans Semi Bold" panose="020B0503020204020204" pitchFamily="34" charset="0"/>
                          <a:cs typeface="Oracle Sans Semi Bold" panose="020B0503020204020204" pitchFamily="34" charset="0"/>
                        </a:rPr>
                        <a:t>Oracle Database 19c</a:t>
                      </a:r>
                      <a:br>
                        <a:rPr lang="en-US" b="1" i="0" dirty="0">
                          <a:solidFill>
                            <a:schemeClr val="tx1"/>
                          </a:solidFill>
                          <a:latin typeface="Oracle Sans Semi Bold" panose="020B0503020204020204" pitchFamily="34" charset="0"/>
                          <a:cs typeface="Oracle Sans Semi Bold" panose="020B0503020204020204" pitchFamily="34" charset="0"/>
                        </a:rPr>
                      </a:br>
                      <a:r>
                        <a:rPr lang="en-US" sz="1100" b="0" i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/u01/app/oracle/product/19</a:t>
                      </a:r>
                      <a:endParaRPr lang="en-US" b="0" i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217889"/>
                  </a:ext>
                </a:extLst>
              </a:tr>
              <a:tr h="19904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kern="1200" dirty="0">
                          <a:solidFill>
                            <a:schemeClr val="tx1"/>
                          </a:solidFill>
                          <a:latin typeface="Oracle Sans Semi Bold" panose="020B0503020204020204" pitchFamily="34" charset="0"/>
                          <a:ea typeface="+mn-ea"/>
                          <a:cs typeface="Oracle Sans Semi Bold" panose="020B0503020204020204" pitchFamily="34" charset="0"/>
                        </a:rPr>
                        <a:t>Oracle AI Database 26ai</a:t>
                      </a:r>
                      <a:br>
                        <a:rPr lang="en-US" sz="1600" b="1" i="0" kern="1200" dirty="0">
                          <a:solidFill>
                            <a:schemeClr val="tx1"/>
                          </a:solidFill>
                          <a:latin typeface="Oracle Sans Semi Bold" panose="020B0503020204020204" pitchFamily="34" charset="0"/>
                          <a:ea typeface="+mn-ea"/>
                          <a:cs typeface="Oracle Sans Semi Bold" panose="020B0503020204020204" pitchFamily="34" charset="0"/>
                        </a:rPr>
                      </a:br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/u01/app/oracle/product/26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0371780"/>
                  </a:ext>
                </a:extLst>
              </a:tr>
            </a:tbl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22271686-3101-503F-8954-AE8098D105CD}"/>
              </a:ext>
            </a:extLst>
          </p:cNvPr>
          <p:cNvGrpSpPr/>
          <p:nvPr/>
        </p:nvGrpSpPr>
        <p:grpSpPr>
          <a:xfrm>
            <a:off x="4192642" y="4221940"/>
            <a:ext cx="4703702" cy="1737161"/>
            <a:chOff x="2930372" y="3837588"/>
            <a:chExt cx="4703702" cy="1737161"/>
          </a:xfrm>
        </p:grpSpPr>
        <p:pic>
          <p:nvPicPr>
            <p:cNvPr id="3" name="Picture Placeholder 27">
              <a:extLst>
                <a:ext uri="{FF2B5EF4-FFF2-40B4-BE49-F238E27FC236}">
                  <a16:creationId xmlns:a16="http://schemas.microsoft.com/office/drawing/2014/main" id="{11311BC6-620F-A23A-9590-C3F9394501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t="85" b="85"/>
            <a:stretch/>
          </p:blipFill>
          <p:spPr>
            <a:xfrm>
              <a:off x="4839703" y="4887149"/>
              <a:ext cx="687600" cy="687600"/>
            </a:xfrm>
            <a:prstGeom prst="rect">
              <a:avLst/>
            </a:prstGeom>
          </p:spPr>
        </p:pic>
        <p:pic>
          <p:nvPicPr>
            <p:cNvPr id="2" name="Picture Placeholder 25">
              <a:extLst>
                <a:ext uri="{FF2B5EF4-FFF2-40B4-BE49-F238E27FC236}">
                  <a16:creationId xmlns:a16="http://schemas.microsoft.com/office/drawing/2014/main" id="{9F95895E-CCC3-1EDD-51E0-0DA30EB0DE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85" b="85"/>
            <a:stretch/>
          </p:blipFill>
          <p:spPr>
            <a:xfrm>
              <a:off x="2933685" y="4887149"/>
              <a:ext cx="687601" cy="687600"/>
            </a:xfrm>
            <a:prstGeom prst="rect">
              <a:avLst/>
            </a:prstGeom>
          </p:spPr>
        </p:pic>
        <p:pic>
          <p:nvPicPr>
            <p:cNvPr id="27" name="Picture Placeholder 25">
              <a:extLst>
                <a:ext uri="{FF2B5EF4-FFF2-40B4-BE49-F238E27FC236}">
                  <a16:creationId xmlns:a16="http://schemas.microsoft.com/office/drawing/2014/main" id="{850BCFBC-6079-C2B7-310F-8483725E19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85" b="85"/>
            <a:stretch/>
          </p:blipFill>
          <p:spPr>
            <a:xfrm>
              <a:off x="2930372" y="3837588"/>
              <a:ext cx="687601" cy="687600"/>
            </a:xfrm>
            <a:prstGeom prst="rect">
              <a:avLst/>
            </a:prstGeom>
          </p:spPr>
        </p:pic>
        <p:pic>
          <p:nvPicPr>
            <p:cNvPr id="6" name="Picture Placeholder 25">
              <a:extLst>
                <a:ext uri="{FF2B5EF4-FFF2-40B4-BE49-F238E27FC236}">
                  <a16:creationId xmlns:a16="http://schemas.microsoft.com/office/drawing/2014/main" id="{5D09E570-A460-282A-08F8-F00D39EF85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85" b="85"/>
            <a:stretch/>
          </p:blipFill>
          <p:spPr>
            <a:xfrm>
              <a:off x="2930372" y="4366054"/>
              <a:ext cx="687601" cy="687600"/>
            </a:xfrm>
            <a:prstGeom prst="rect">
              <a:avLst/>
            </a:prstGeom>
          </p:spPr>
        </p:pic>
        <p:pic>
          <p:nvPicPr>
            <p:cNvPr id="9" name="Picture Placeholder 27">
              <a:extLst>
                <a:ext uri="{FF2B5EF4-FFF2-40B4-BE49-F238E27FC236}">
                  <a16:creationId xmlns:a16="http://schemas.microsoft.com/office/drawing/2014/main" id="{186346D3-ADAE-CEB9-4D61-7BDA9B4B7B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t="85" b="85"/>
            <a:stretch/>
          </p:blipFill>
          <p:spPr>
            <a:xfrm>
              <a:off x="4836390" y="4366054"/>
              <a:ext cx="687600" cy="687600"/>
            </a:xfrm>
            <a:prstGeom prst="rect">
              <a:avLst/>
            </a:prstGeom>
          </p:spPr>
        </p:pic>
        <p:pic>
          <p:nvPicPr>
            <p:cNvPr id="28" name="Picture Placeholder 27">
              <a:extLst>
                <a:ext uri="{FF2B5EF4-FFF2-40B4-BE49-F238E27FC236}">
                  <a16:creationId xmlns:a16="http://schemas.microsoft.com/office/drawing/2014/main" id="{F75618FC-B90A-2C58-3A6B-10CC5D57CFD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t="85" b="85"/>
            <a:stretch/>
          </p:blipFill>
          <p:spPr>
            <a:xfrm>
              <a:off x="4835539" y="3837588"/>
              <a:ext cx="687600" cy="68760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384EBEB-F674-98B3-8889-5D39734A0DA3}"/>
                </a:ext>
              </a:extLst>
            </p:cNvPr>
            <p:cNvSpPr txBox="1"/>
            <p:nvPr/>
          </p:nvSpPr>
          <p:spPr>
            <a:xfrm>
              <a:off x="5513554" y="5049163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>
                <a:latin typeface="Oracle Sans Light" panose="020B0403020204020204" pitchFamily="34" charset="0"/>
                <a:cs typeface="Oracle Sans Light" panose="020B0403020204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6BEE5FF-351F-BB60-C8FA-EF9482A60DD6}"/>
                </a:ext>
              </a:extLst>
            </p:cNvPr>
            <p:cNvSpPr txBox="1"/>
            <p:nvPr/>
          </p:nvSpPr>
          <p:spPr>
            <a:xfrm>
              <a:off x="3612623" y="5046283"/>
              <a:ext cx="13260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Oracle Sans Light" panose="020B0403020204020204" pitchFamily="34" charset="0"/>
                  <a:cs typeface="Oracle Sans Light" panose="020B0403020204020204" pitchFamily="34" charset="0"/>
                </a:rPr>
                <a:t>CDB26ENC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2A50DCB-00C3-2007-371F-E1962A55B248}"/>
                </a:ext>
              </a:extLst>
            </p:cNvPr>
            <p:cNvSpPr txBox="1"/>
            <p:nvPr/>
          </p:nvSpPr>
          <p:spPr>
            <a:xfrm>
              <a:off x="3617973" y="3978705"/>
              <a:ext cx="8835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Oracle Sans Light" panose="020B0403020204020204" pitchFamily="34" charset="0"/>
                  <a:cs typeface="Oracle Sans Light" panose="020B0403020204020204" pitchFamily="34" charset="0"/>
                </a:rPr>
                <a:t>CDB26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A1F81F9-629D-F5BF-686C-899645CED6C2}"/>
                </a:ext>
              </a:extLst>
            </p:cNvPr>
            <p:cNvSpPr txBox="1"/>
            <p:nvPr/>
          </p:nvSpPr>
          <p:spPr>
            <a:xfrm>
              <a:off x="3609310" y="4525188"/>
              <a:ext cx="14013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Oracle Sans Light" panose="020B0403020204020204" pitchFamily="34" charset="0"/>
                  <a:cs typeface="Oracle Sans Light" panose="020B0403020204020204" pitchFamily="34" charset="0"/>
                </a:rPr>
                <a:t>CDB26COM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9990082-5971-0B47-7D0B-194C35CFACC3}"/>
                </a:ext>
              </a:extLst>
            </p:cNvPr>
            <p:cNvSpPr txBox="1"/>
            <p:nvPr/>
          </p:nvSpPr>
          <p:spPr>
            <a:xfrm>
              <a:off x="5510241" y="4528068"/>
              <a:ext cx="10790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Oracle Sans Light" panose="020B0403020204020204" pitchFamily="34" charset="0"/>
                  <a:cs typeface="Oracle Sans Light" panose="020B0403020204020204" pitchFamily="34" charset="0"/>
                </a:rPr>
                <a:t>YELLOW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F08D05A-90D6-4144-8CEF-35D878E0285B}"/>
                </a:ext>
              </a:extLst>
            </p:cNvPr>
            <p:cNvSpPr txBox="1"/>
            <p:nvPr/>
          </p:nvSpPr>
          <p:spPr>
            <a:xfrm>
              <a:off x="5509390" y="3999602"/>
              <a:ext cx="21246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Oracle Sans Light" panose="020B0403020204020204" pitchFamily="34" charset="0"/>
                  <a:cs typeface="Oracle Sans Light" panose="020B0403020204020204" pitchFamily="34" charset="0"/>
                </a:rPr>
                <a:t>RED, BLUE, GREEN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A5009702-BBCA-EC0B-609C-B67D21E9ABB5}"/>
              </a:ext>
            </a:extLst>
          </p:cNvPr>
          <p:cNvSpPr txBox="1"/>
          <p:nvPr/>
        </p:nvSpPr>
        <p:spPr>
          <a:xfrm>
            <a:off x="9502749" y="123693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 upgr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1DDA99B-FF94-354A-0870-FE75542D31E1}"/>
              </a:ext>
            </a:extLst>
          </p:cNvPr>
          <p:cNvSpPr txBox="1"/>
          <p:nvPr/>
        </p:nvSpPr>
        <p:spPr>
          <a:xfrm>
            <a:off x="9502853" y="1786233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 beige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F48D0A6-A1C6-E677-C5C8-B9BC1A4C3A6B}"/>
              </a:ext>
            </a:extLst>
          </p:cNvPr>
          <p:cNvSpPr txBox="1"/>
          <p:nvPr/>
        </p:nvSpPr>
        <p:spPr>
          <a:xfrm>
            <a:off x="9497191" y="2341292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 cdb19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0CF1EDE-A8BD-4CD9-AAF9-8B863850768F}"/>
              </a:ext>
            </a:extLst>
          </p:cNvPr>
          <p:cNvSpPr txBox="1"/>
          <p:nvPr/>
        </p:nvSpPr>
        <p:spPr>
          <a:xfrm>
            <a:off x="9497190" y="4364228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 cdb26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E7DC57E-CB6A-F077-15F6-8E94B9D07C4C}"/>
              </a:ext>
            </a:extLst>
          </p:cNvPr>
          <p:cNvSpPr txBox="1"/>
          <p:nvPr/>
        </p:nvSpPr>
        <p:spPr>
          <a:xfrm>
            <a:off x="9497190" y="4909540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 cdb26com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94FD57-EFE4-53EB-DB2C-08A3A09522D4}"/>
              </a:ext>
            </a:extLst>
          </p:cNvPr>
          <p:cNvSpPr txBox="1"/>
          <p:nvPr/>
        </p:nvSpPr>
        <p:spPr>
          <a:xfrm>
            <a:off x="9508076" y="5433317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 cdb26enc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29BD7F0-6D9B-633C-9715-96E0DABBFAEE}"/>
              </a:ext>
            </a:extLst>
          </p:cNvPr>
          <p:cNvGrpSpPr/>
          <p:nvPr/>
        </p:nvGrpSpPr>
        <p:grpSpPr>
          <a:xfrm>
            <a:off x="4191791" y="1080825"/>
            <a:ext cx="5244006" cy="2926281"/>
            <a:chOff x="4191791" y="833175"/>
            <a:chExt cx="5244006" cy="2926281"/>
          </a:xfrm>
        </p:grpSpPr>
        <p:pic>
          <p:nvPicPr>
            <p:cNvPr id="18" name="Picture Placeholder 25">
              <a:extLst>
                <a:ext uri="{FF2B5EF4-FFF2-40B4-BE49-F238E27FC236}">
                  <a16:creationId xmlns:a16="http://schemas.microsoft.com/office/drawing/2014/main" id="{E7C03975-69CB-FF04-7C22-F66D9DAE0EB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85" b="85"/>
            <a:stretch/>
          </p:blipFill>
          <p:spPr>
            <a:xfrm>
              <a:off x="4218475" y="1928851"/>
              <a:ext cx="687601" cy="687600"/>
            </a:xfrm>
            <a:prstGeom prst="rect">
              <a:avLst/>
            </a:prstGeom>
          </p:spPr>
        </p:pic>
        <p:pic>
          <p:nvPicPr>
            <p:cNvPr id="19" name="Picture Placeholder 21">
              <a:extLst>
                <a:ext uri="{FF2B5EF4-FFF2-40B4-BE49-F238E27FC236}">
                  <a16:creationId xmlns:a16="http://schemas.microsoft.com/office/drawing/2014/main" id="{F28D826E-DABC-8A30-26BE-502490A435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85" r="85"/>
            <a:stretch/>
          </p:blipFill>
          <p:spPr>
            <a:xfrm>
              <a:off x="4215855" y="833175"/>
              <a:ext cx="681558" cy="681558"/>
            </a:xfrm>
            <a:prstGeom prst="rect">
              <a:avLst/>
            </a:prstGeom>
          </p:spPr>
        </p:pic>
        <p:pic>
          <p:nvPicPr>
            <p:cNvPr id="20" name="Picture Placeholder 27">
              <a:extLst>
                <a:ext uri="{FF2B5EF4-FFF2-40B4-BE49-F238E27FC236}">
                  <a16:creationId xmlns:a16="http://schemas.microsoft.com/office/drawing/2014/main" id="{8DF13847-6202-DCFD-685C-392D9F2E96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t="85" b="85"/>
            <a:stretch/>
          </p:blipFill>
          <p:spPr>
            <a:xfrm>
              <a:off x="6124493" y="1928851"/>
              <a:ext cx="687600" cy="68760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EFCC29A-66E0-20E8-101F-DE66F44596C6}"/>
                </a:ext>
              </a:extLst>
            </p:cNvPr>
            <p:cNvSpPr txBox="1"/>
            <p:nvPr/>
          </p:nvSpPr>
          <p:spPr>
            <a:xfrm>
              <a:off x="4906076" y="995019"/>
              <a:ext cx="7777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Oracle Sans Light" panose="020B0403020204020204" pitchFamily="34" charset="0"/>
                  <a:cs typeface="Oracle Sans Light" panose="020B0403020204020204" pitchFamily="34" charset="0"/>
                </a:rPr>
                <a:t>UPGR</a:t>
              </a:r>
            </a:p>
          </p:txBody>
        </p:sp>
        <p:pic>
          <p:nvPicPr>
            <p:cNvPr id="22" name="Picture Placeholder 21">
              <a:extLst>
                <a:ext uri="{FF2B5EF4-FFF2-40B4-BE49-F238E27FC236}">
                  <a16:creationId xmlns:a16="http://schemas.microsoft.com/office/drawing/2014/main" id="{4A3976A8-9B8F-5AC5-0826-E06230055A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85" r="85"/>
            <a:stretch/>
          </p:blipFill>
          <p:spPr>
            <a:xfrm>
              <a:off x="4215855" y="1397139"/>
              <a:ext cx="681558" cy="681558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DF9C88B-003D-DCF5-C9D2-23C5077D4CEC}"/>
                </a:ext>
              </a:extLst>
            </p:cNvPr>
            <p:cNvSpPr txBox="1"/>
            <p:nvPr/>
          </p:nvSpPr>
          <p:spPr>
            <a:xfrm>
              <a:off x="4906076" y="1541502"/>
              <a:ext cx="8066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Oracle Sans Light" panose="020B0403020204020204" pitchFamily="34" charset="0"/>
                  <a:cs typeface="Oracle Sans Light" panose="020B0403020204020204" pitchFamily="34" charset="0"/>
                </a:rPr>
                <a:t>BEIGE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8A4625E-927F-3BB7-A540-C0420DB61D5A}"/>
                </a:ext>
              </a:extLst>
            </p:cNvPr>
            <p:cNvSpPr txBox="1"/>
            <p:nvPr/>
          </p:nvSpPr>
          <p:spPr>
            <a:xfrm>
              <a:off x="4897413" y="2087985"/>
              <a:ext cx="8435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Oracle Sans Light" panose="020B0403020204020204" pitchFamily="34" charset="0"/>
                  <a:cs typeface="Oracle Sans Light" panose="020B0403020204020204" pitchFamily="34" charset="0"/>
                </a:rPr>
                <a:t>CDB19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DD32906-DF94-508E-C847-547C20DAE4BD}"/>
                </a:ext>
              </a:extLst>
            </p:cNvPr>
            <p:cNvSpPr txBox="1"/>
            <p:nvPr/>
          </p:nvSpPr>
          <p:spPr>
            <a:xfrm>
              <a:off x="6798344" y="2090865"/>
              <a:ext cx="26374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Oracle Sans Light" panose="020B0403020204020204" pitchFamily="34" charset="0"/>
                  <a:cs typeface="Oracle Sans Light" panose="020B0403020204020204" pitchFamily="34" charset="0"/>
                </a:rPr>
                <a:t>ORANGE, TERRACOTTA</a:t>
              </a:r>
            </a:p>
          </p:txBody>
        </p:sp>
        <p:pic>
          <p:nvPicPr>
            <p:cNvPr id="11" name="Picture Placeholder 25">
              <a:extLst>
                <a:ext uri="{FF2B5EF4-FFF2-40B4-BE49-F238E27FC236}">
                  <a16:creationId xmlns:a16="http://schemas.microsoft.com/office/drawing/2014/main" id="{2F414E84-BE26-E669-44FB-FEB5C96ED0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85" b="85"/>
            <a:stretch/>
          </p:blipFill>
          <p:spPr>
            <a:xfrm>
              <a:off x="4191791" y="2486687"/>
              <a:ext cx="687601" cy="687600"/>
            </a:xfrm>
            <a:prstGeom prst="rect">
              <a:avLst/>
            </a:prstGeom>
          </p:spPr>
        </p:pic>
        <p:pic>
          <p:nvPicPr>
            <p:cNvPr id="16" name="Picture Placeholder 27">
              <a:extLst>
                <a:ext uri="{FF2B5EF4-FFF2-40B4-BE49-F238E27FC236}">
                  <a16:creationId xmlns:a16="http://schemas.microsoft.com/office/drawing/2014/main" id="{223D489B-D87A-3126-736C-74358DF872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t="85" b="85"/>
            <a:stretch/>
          </p:blipFill>
          <p:spPr>
            <a:xfrm>
              <a:off x="6097809" y="2486687"/>
              <a:ext cx="687600" cy="6876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927B5C8-19CD-60B0-C22E-CFC5675F5857}"/>
                </a:ext>
              </a:extLst>
            </p:cNvPr>
            <p:cNvSpPr txBox="1"/>
            <p:nvPr/>
          </p:nvSpPr>
          <p:spPr>
            <a:xfrm>
              <a:off x="4870729" y="2645821"/>
              <a:ext cx="12859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Oracle Sans Light" panose="020B0403020204020204" pitchFamily="34" charset="0"/>
                  <a:cs typeface="Oracle Sans Light" panose="020B0403020204020204" pitchFamily="34" charset="0"/>
                </a:rPr>
                <a:t>CDB19ENC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B20DC2B-C9EE-D6A1-7627-565CEA48419B}"/>
                </a:ext>
              </a:extLst>
            </p:cNvPr>
            <p:cNvSpPr txBox="1"/>
            <p:nvPr/>
          </p:nvSpPr>
          <p:spPr>
            <a:xfrm>
              <a:off x="6771660" y="2648701"/>
              <a:ext cx="16594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Oracle Sans Light" panose="020B0403020204020204" pitchFamily="34" charset="0"/>
                  <a:cs typeface="Oracle Sans Light" panose="020B0403020204020204" pitchFamily="34" charset="0"/>
                </a:rPr>
                <a:t>CORAL, PLUM</a:t>
              </a:r>
            </a:p>
          </p:txBody>
        </p:sp>
        <p:pic>
          <p:nvPicPr>
            <p:cNvPr id="35" name="Picture Placeholder 25">
              <a:extLst>
                <a:ext uri="{FF2B5EF4-FFF2-40B4-BE49-F238E27FC236}">
                  <a16:creationId xmlns:a16="http://schemas.microsoft.com/office/drawing/2014/main" id="{3D7B0D69-EB7B-9F86-28D1-6126ECCB8B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85" b="85"/>
            <a:stretch/>
          </p:blipFill>
          <p:spPr>
            <a:xfrm>
              <a:off x="4191791" y="3071856"/>
              <a:ext cx="687601" cy="687600"/>
            </a:xfrm>
            <a:prstGeom prst="rect">
              <a:avLst/>
            </a:prstGeom>
          </p:spPr>
        </p:pic>
        <p:pic>
          <p:nvPicPr>
            <p:cNvPr id="36" name="Picture Placeholder 27">
              <a:extLst>
                <a:ext uri="{FF2B5EF4-FFF2-40B4-BE49-F238E27FC236}">
                  <a16:creationId xmlns:a16="http://schemas.microsoft.com/office/drawing/2014/main" id="{3FBD2DD8-4DAD-324A-4123-3F6C435955A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t="85" b="85"/>
            <a:stretch/>
          </p:blipFill>
          <p:spPr>
            <a:xfrm>
              <a:off x="6097809" y="3071856"/>
              <a:ext cx="687600" cy="687600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56E37BB-7A42-4753-8E13-66E04219B50E}"/>
                </a:ext>
              </a:extLst>
            </p:cNvPr>
            <p:cNvSpPr txBox="1"/>
            <p:nvPr/>
          </p:nvSpPr>
          <p:spPr>
            <a:xfrm>
              <a:off x="4870729" y="3230990"/>
              <a:ext cx="1035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Oracle Sans Light" panose="020B0403020204020204" pitchFamily="34" charset="0"/>
                  <a:cs typeface="Oracle Sans Light" panose="020B0403020204020204" pitchFamily="34" charset="0"/>
                </a:rPr>
                <a:t>COBALT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81C11B4-E759-A962-6F38-64ED6C6D061E}"/>
                </a:ext>
              </a:extLst>
            </p:cNvPr>
            <p:cNvSpPr txBox="1"/>
            <p:nvPr/>
          </p:nvSpPr>
          <p:spPr>
            <a:xfrm>
              <a:off x="6771660" y="3233870"/>
              <a:ext cx="10214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Oracle Sans Light" panose="020B0403020204020204" pitchFamily="34" charset="0"/>
                  <a:cs typeface="Oracle Sans Light" panose="020B0403020204020204" pitchFamily="34" charset="0"/>
                </a:rPr>
                <a:t>MOCHA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28FC2B84-DEE4-94EC-04B8-02F41942D5F2}"/>
              </a:ext>
            </a:extLst>
          </p:cNvPr>
          <p:cNvSpPr txBox="1"/>
          <p:nvPr/>
        </p:nvSpPr>
        <p:spPr>
          <a:xfrm>
            <a:off x="9513738" y="2864786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 cdb19enc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4F4102A-5E3B-822B-C808-48E11E769FF8}"/>
              </a:ext>
            </a:extLst>
          </p:cNvPr>
          <p:cNvSpPr txBox="1"/>
          <p:nvPr/>
        </p:nvSpPr>
        <p:spPr>
          <a:xfrm>
            <a:off x="9508076" y="3419845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 cobalt</a:t>
            </a:r>
          </a:p>
        </p:txBody>
      </p:sp>
    </p:spTree>
    <p:extLst>
      <p:ext uri="{BB962C8B-B14F-4D97-AF65-F5344CB8AC3E}">
        <p14:creationId xmlns:p14="http://schemas.microsoft.com/office/powerpoint/2010/main" val="591221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C5C01B-294C-6FBF-3068-2907D8FBA3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7192430"/>
              </p:ext>
            </p:extLst>
          </p:nvPr>
        </p:nvGraphicFramePr>
        <p:xfrm>
          <a:off x="599327" y="551845"/>
          <a:ext cx="6797671" cy="28494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7970">
                  <a:extLst>
                    <a:ext uri="{9D8B030D-6E8A-4147-A177-3AD203B41FA5}">
                      <a16:colId xmlns:a16="http://schemas.microsoft.com/office/drawing/2014/main" val="4031467350"/>
                    </a:ext>
                  </a:extLst>
                </a:gridCol>
                <a:gridCol w="617970">
                  <a:extLst>
                    <a:ext uri="{9D8B030D-6E8A-4147-A177-3AD203B41FA5}">
                      <a16:colId xmlns:a16="http://schemas.microsoft.com/office/drawing/2014/main" val="1176507317"/>
                    </a:ext>
                  </a:extLst>
                </a:gridCol>
                <a:gridCol w="1027660">
                  <a:extLst>
                    <a:ext uri="{9D8B030D-6E8A-4147-A177-3AD203B41FA5}">
                      <a16:colId xmlns:a16="http://schemas.microsoft.com/office/drawing/2014/main" val="1862338645"/>
                    </a:ext>
                  </a:extLst>
                </a:gridCol>
                <a:gridCol w="559443">
                  <a:extLst>
                    <a:ext uri="{9D8B030D-6E8A-4147-A177-3AD203B41FA5}">
                      <a16:colId xmlns:a16="http://schemas.microsoft.com/office/drawing/2014/main" val="322432632"/>
                    </a:ext>
                  </a:extLst>
                </a:gridCol>
                <a:gridCol w="559443">
                  <a:extLst>
                    <a:ext uri="{9D8B030D-6E8A-4147-A177-3AD203B41FA5}">
                      <a16:colId xmlns:a16="http://schemas.microsoft.com/office/drawing/2014/main" val="3276238570"/>
                    </a:ext>
                  </a:extLst>
                </a:gridCol>
                <a:gridCol w="559443">
                  <a:extLst>
                    <a:ext uri="{9D8B030D-6E8A-4147-A177-3AD203B41FA5}">
                      <a16:colId xmlns:a16="http://schemas.microsoft.com/office/drawing/2014/main" val="2666977421"/>
                    </a:ext>
                  </a:extLst>
                </a:gridCol>
                <a:gridCol w="559443">
                  <a:extLst>
                    <a:ext uri="{9D8B030D-6E8A-4147-A177-3AD203B41FA5}">
                      <a16:colId xmlns:a16="http://schemas.microsoft.com/office/drawing/2014/main" val="3479752106"/>
                    </a:ext>
                  </a:extLst>
                </a:gridCol>
                <a:gridCol w="559443">
                  <a:extLst>
                    <a:ext uri="{9D8B030D-6E8A-4147-A177-3AD203B41FA5}">
                      <a16:colId xmlns:a16="http://schemas.microsoft.com/office/drawing/2014/main" val="2352586597"/>
                    </a:ext>
                  </a:extLst>
                </a:gridCol>
                <a:gridCol w="559443">
                  <a:extLst>
                    <a:ext uri="{9D8B030D-6E8A-4147-A177-3AD203B41FA5}">
                      <a16:colId xmlns:a16="http://schemas.microsoft.com/office/drawing/2014/main" val="1072358884"/>
                    </a:ext>
                  </a:extLst>
                </a:gridCol>
                <a:gridCol w="559443">
                  <a:extLst>
                    <a:ext uri="{9D8B030D-6E8A-4147-A177-3AD203B41FA5}">
                      <a16:colId xmlns:a16="http://schemas.microsoft.com/office/drawing/2014/main" val="2945043223"/>
                    </a:ext>
                  </a:extLst>
                </a:gridCol>
                <a:gridCol w="617970">
                  <a:extLst>
                    <a:ext uri="{9D8B030D-6E8A-4147-A177-3AD203B41FA5}">
                      <a16:colId xmlns:a16="http://schemas.microsoft.com/office/drawing/2014/main" val="4091370161"/>
                    </a:ext>
                  </a:extLst>
                </a:gridCol>
              </a:tblGrid>
              <a:tr h="292854">
                <a:tc gridSpan="11"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chemeClr val="tx1"/>
                          </a:solidFill>
                          <a:latin typeface="Oracle Sans Semi Bold" panose="020B0503020204020204" pitchFamily="34" charset="0"/>
                          <a:cs typeface="Oracle Sans Semi Bold" panose="020B0503020204020204" pitchFamily="34" charset="0"/>
                        </a:rPr>
                        <a:t>Labs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150570"/>
                  </a:ext>
                </a:extLst>
              </a:tr>
              <a:tr h="827906">
                <a:tc rowSpan="3"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chemeClr val="tx1"/>
                          </a:solidFill>
                          <a:latin typeface="Oracle Sans Semi Bold" panose="020B0503020204020204" pitchFamily="34" charset="0"/>
                          <a:cs typeface="Oracle Sans Semi Bold" panose="020B0503020204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chemeClr val="tx1"/>
                          </a:solidFill>
                          <a:latin typeface="Oracle Sans Semi Bold" panose="020B0503020204020204" pitchFamily="34" charset="0"/>
                          <a:cs typeface="Oracle Sans Semi Bold" panose="020B0503020204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i="0" dirty="0">
                          <a:solidFill>
                            <a:schemeClr val="tx1"/>
                          </a:solidFill>
                          <a:latin typeface="Oracle Sans Light" panose="020B0403020204020204" pitchFamily="34" charset="0"/>
                          <a:cs typeface="Oracle Sans Light" panose="020B0403020204020204" pitchFamily="34" charset="0"/>
                        </a:rPr>
                        <a:t>Track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>
                          <a:solidFill>
                            <a:schemeClr val="tx1"/>
                          </a:solidFill>
                          <a:latin typeface="Oracle Sans Semi Bold" panose="020B0503020204020204" pitchFamily="34" charset="0"/>
                          <a:cs typeface="Oracle Sans Semi Bold" panose="020B0503020204020204" pitchFamily="34" charset="0"/>
                        </a:rPr>
                        <a:t>3</a:t>
                      </a:r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chemeClr val="tx1"/>
                          </a:solidFill>
                          <a:latin typeface="Oracle Sans Semi Bold" panose="020B0503020204020204" pitchFamily="34" charset="0"/>
                          <a:cs typeface="Oracle Sans Semi Bold" panose="020B0503020204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chemeClr val="tx1"/>
                          </a:solidFill>
                          <a:latin typeface="Oracle Sans Semi Bold" panose="020B0503020204020204" pitchFamily="34" charset="0"/>
                          <a:cs typeface="Oracle Sans Semi Bold" panose="020B050302020402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chemeClr val="tx1"/>
                          </a:solidFill>
                          <a:latin typeface="Oracle Sans Semi Bold" panose="020B0503020204020204" pitchFamily="34" charset="0"/>
                          <a:cs typeface="Oracle Sans Semi Bold" panose="020B0503020204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chemeClr val="tx1"/>
                          </a:solidFill>
                          <a:latin typeface="Oracle Sans Semi Bold" panose="020B0503020204020204" pitchFamily="34" charset="0"/>
                          <a:cs typeface="Oracle Sans Semi Bold" panose="020B050302020402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chemeClr val="tx1"/>
                          </a:solidFill>
                          <a:latin typeface="Oracle Sans Semi Bold" panose="020B0503020204020204" pitchFamily="34" charset="0"/>
                          <a:cs typeface="Oracle Sans Semi Bold" panose="020B050302020402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chemeClr val="tx1"/>
                          </a:solidFill>
                          <a:latin typeface="Oracle Sans Semi Bold" panose="020B0503020204020204" pitchFamily="34" charset="0"/>
                          <a:cs typeface="Oracle Sans Semi Bold" panose="020B050302020402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chemeClr val="tx1"/>
                          </a:solidFill>
                          <a:latin typeface="Oracle Sans Semi Bold" panose="020B0503020204020204" pitchFamily="34" charset="0"/>
                          <a:cs typeface="Oracle Sans Semi Bold" panose="020B0503020204020204" pitchFamily="34" charset="0"/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217889"/>
                  </a:ext>
                </a:extLst>
              </a:tr>
              <a:tr h="827906">
                <a:tc vMerge="1">
                  <a:txBody>
                    <a:bodyPr/>
                    <a:lstStyle/>
                    <a:p>
                      <a:pPr algn="ctr"/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i="0" dirty="0">
                          <a:solidFill>
                            <a:schemeClr val="tx1"/>
                          </a:solidFill>
                          <a:latin typeface="Oracle Sans Light" panose="020B0403020204020204" pitchFamily="34" charset="0"/>
                          <a:cs typeface="Oracle Sans Light" panose="020B0403020204020204" pitchFamily="34" charset="0"/>
                        </a:rPr>
                        <a:t>Track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chemeClr val="tx1"/>
                          </a:solidFill>
                          <a:latin typeface="Oracle Sans Semi Bold" panose="020B0503020204020204" pitchFamily="34" charset="0"/>
                          <a:cs typeface="Oracle Sans Semi Bold" panose="020B050302020402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chemeClr val="tx1"/>
                          </a:solidFill>
                          <a:latin typeface="Oracle Sans Semi Bold" panose="020B0503020204020204" pitchFamily="34" charset="0"/>
                          <a:cs typeface="Oracle Sans Semi Bold" panose="020B0503020204020204" pitchFamily="34" charset="0"/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665619"/>
                  </a:ext>
                </a:extLst>
              </a:tr>
              <a:tr h="827906">
                <a:tc vMerge="1">
                  <a:txBody>
                    <a:bodyPr/>
                    <a:lstStyle/>
                    <a:p>
                      <a:pPr algn="ctr"/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i="0" dirty="0">
                          <a:solidFill>
                            <a:schemeClr val="tx1"/>
                          </a:solidFill>
                          <a:latin typeface="Oracle Sans Light" panose="020B0403020204020204" pitchFamily="34" charset="0"/>
                          <a:cs typeface="Oracle Sans Light" panose="020B0403020204020204" pitchFamily="34" charset="0"/>
                        </a:rPr>
                        <a:t>Track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chemeClr val="tx1"/>
                          </a:solidFill>
                          <a:latin typeface="Oracle Sans Semi Bold" panose="020B0503020204020204" pitchFamily="34" charset="0"/>
                          <a:cs typeface="Oracle Sans Semi Bold" panose="020B050302020402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chemeClr val="tx1"/>
                          </a:solidFill>
                          <a:latin typeface="Oracle Sans Semi Bold" panose="020B0503020204020204" pitchFamily="34" charset="0"/>
                          <a:cs typeface="Oracle Sans Semi Bold" panose="020B0503020204020204" pitchFamily="34" charset="0"/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solidFill>
                            <a:schemeClr val="tx1"/>
                          </a:solidFill>
                          <a:latin typeface="Oracle Sans Semi Bold" panose="020B0503020204020204" pitchFamily="34" charset="0"/>
                          <a:cs typeface="Oracle Sans Semi Bold" panose="020B0503020204020204" pitchFamily="34" charset="0"/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b="1" i="0" dirty="0">
                        <a:solidFill>
                          <a:schemeClr val="tx1"/>
                        </a:solidFill>
                        <a:latin typeface="Oracle Sans Semi Bold" panose="020B0503020204020204" pitchFamily="34" charset="0"/>
                        <a:cs typeface="Oracle Sans Semi Bold" panose="020B0503020204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959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0187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c76ce46-357f-46de-88d6-77b9bbb83c46}" enabled="1" method="Privileged" siteId="{4e2c6054-71cb-48f1-bd6c-3a9705aca71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2795</TotalTime>
  <Words>92</Words>
  <Application>Microsoft Macintosh PowerPoint</Application>
  <PresentationFormat>Widescreen</PresentationFormat>
  <Paragraphs>54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Consolas</vt:lpstr>
      <vt:lpstr>Oracle Sans Light</vt:lpstr>
      <vt:lpstr>Oracle Sans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Daniel Overby Hansen</dc:creator>
  <cp:keywords/>
  <dc:description/>
  <cp:lastModifiedBy>Daniel Overby Hansen</cp:lastModifiedBy>
  <cp:revision>14</cp:revision>
  <dcterms:created xsi:type="dcterms:W3CDTF">2024-06-02T16:20:34Z</dcterms:created>
  <dcterms:modified xsi:type="dcterms:W3CDTF">2026-09-16T15:19:19Z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4de43ec-192a-49eb-8e54-baeb8c71bbbe_Enabled">
    <vt:lpwstr>true</vt:lpwstr>
  </property>
  <property fmtid="{D5CDD505-2E9C-101B-9397-08002B2CF9AE}" pid="3" name="MSIP_Label_a4de43ec-192a-49eb-8e54-baeb8c71bbbe_SetDate">
    <vt:lpwstr>2025-07-24T19:52:58Z</vt:lpwstr>
  </property>
  <property fmtid="{D5CDD505-2E9C-101B-9397-08002B2CF9AE}" pid="4" name="MSIP_Label_a4de43ec-192a-49eb-8e54-baeb8c71bbbe_Method">
    <vt:lpwstr>Standard</vt:lpwstr>
  </property>
  <property fmtid="{D5CDD505-2E9C-101B-9397-08002B2CF9AE}" pid="5" name="MSIP_Label_a4de43ec-192a-49eb-8e54-baeb8c71bbbe_Name">
    <vt:lpwstr>Confidential – Oracle Internal</vt:lpwstr>
  </property>
  <property fmtid="{D5CDD505-2E9C-101B-9397-08002B2CF9AE}" pid="6" name="MSIP_Label_a4de43ec-192a-49eb-8e54-baeb8c71bbbe_SiteId">
    <vt:lpwstr>4e2c6054-71cb-48f1-bd6c-3a9705aca71b</vt:lpwstr>
  </property>
  <property fmtid="{D5CDD505-2E9C-101B-9397-08002B2CF9AE}" pid="7" name="MSIP_Label_a4de43ec-192a-49eb-8e54-baeb8c71bbbe_ActionId">
    <vt:lpwstr>1bf2ff6e-cb2c-47ef-b66e-e2795de33806</vt:lpwstr>
  </property>
  <property fmtid="{D5CDD505-2E9C-101B-9397-08002B2CF9AE}" pid="8" name="MSIP_Label_a4de43ec-192a-49eb-8e54-baeb8c71bbbe_ContentBits">
    <vt:lpwstr>2</vt:lpwstr>
  </property>
  <property fmtid="{D5CDD505-2E9C-101B-9397-08002B2CF9AE}" pid="9" name="MSIP_Label_a4de43ec-192a-49eb-8e54-baeb8c71bbbe_Tag">
    <vt:lpwstr>50, 3, 0, 1</vt:lpwstr>
  </property>
</Properties>
</file>